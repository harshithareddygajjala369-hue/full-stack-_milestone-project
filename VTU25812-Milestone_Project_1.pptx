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DD-MM-YYYY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STUDENT NAME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VTUxxxxx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Dr./Mr./Mrs. Name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8 Lines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Background of the problem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Why this project is important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Real-world relevance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Brief overview of the system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8 Lines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Clearly define the problem</a:t>
            </a:r>
          </a:p>
          <a:p>
            <a:endParaRPr lang="en-US" sz="2800" dirty="0"/>
          </a:p>
          <a:p>
            <a:r>
              <a:rPr lang="en-US" sz="2800" dirty="0"/>
              <a:t>( </a:t>
            </a:r>
            <a:r>
              <a:rPr lang="en-US" sz="2800" dirty="0">
                <a:solidFill>
                  <a:srgbClr val="FF0000"/>
                </a:solidFill>
              </a:rPr>
              <a:t>Example Statement: ***Only for reference*** (</a:t>
            </a:r>
            <a:r>
              <a:rPr lang="en-US" sz="2800" dirty="0">
                <a:solidFill>
                  <a:srgbClr val="0033CC"/>
                </a:solidFill>
              </a:rPr>
              <a:t>Have to change with respect to your project title</a:t>
            </a:r>
            <a:r>
              <a:rPr lang="en-US" sz="2800" dirty="0">
                <a:solidFill>
                  <a:srgbClr val="FF0000"/>
                </a:solidFill>
              </a:rPr>
              <a:t>):</a:t>
            </a:r>
            <a:r>
              <a:rPr lang="en-US" sz="2800" dirty="0"/>
              <a:t>  </a:t>
            </a:r>
          </a:p>
          <a:p>
            <a:r>
              <a:rPr lang="en-US" sz="2800" dirty="0"/>
              <a:t>In many areas, existing systems are not fully automated and rely on manual work. This leads to inefficiency in managing data and completing tasks. There is a need for a simple, reliable, and automated system to improve performance and accuracy.)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2 Points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(Sample start point for writing objective are given below)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design and develop ________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implement ________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improve ________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evaluate performance of ________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(Keep objectives short and measurable)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8 Points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Description of your solution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How it solves existing issues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Advantages over current systems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(Insert block diagram)  -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(Add dataflow diagram)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Tools: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----- Example for reference only ---- (Change according to your project)</a:t>
            </a:r>
          </a:p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IN" sz="2800" dirty="0"/>
              <a:t>Handles user registration, login, and profile management with secure authentication.</a:t>
            </a:r>
          </a:p>
          <a:p>
            <a:r>
              <a:rPr lang="en-IN" sz="2800" b="1" dirty="0"/>
              <a:t>Module 2: Core Processing</a:t>
            </a:r>
          </a:p>
          <a:p>
            <a:r>
              <a:rPr lang="en-IN" sz="2800" dirty="0"/>
              <a:t>Implements the main business logic and processes user inputs efficiently.</a:t>
            </a:r>
          </a:p>
          <a:p>
            <a:r>
              <a:rPr lang="en-IN" sz="2800" b="1" dirty="0"/>
              <a:t>Module 3: Database Management</a:t>
            </a:r>
          </a:p>
          <a:p>
            <a:r>
              <a:rPr lang="en-IN" sz="2800" dirty="0"/>
              <a:t>Manages data storage, retrieval, and ensures data integrity.</a:t>
            </a:r>
          </a:p>
          <a:p>
            <a:r>
              <a:rPr lang="en-IN" sz="2800" b="1" dirty="0"/>
              <a:t>Module 4: Reporting &amp; Analytics</a:t>
            </a:r>
          </a:p>
          <a:p>
            <a:r>
              <a:rPr lang="en-IN" sz="2800" dirty="0"/>
              <a:t>Generates reports and visual insights for better decision-making.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538</Words>
  <Application>Microsoft Office PowerPoint</Application>
  <PresentationFormat>Custom</PresentationFormat>
  <Paragraphs>324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Calibri</vt:lpstr>
      <vt:lpstr>Gotham</vt:lpstr>
      <vt:lpstr>Gotham Bold Italics</vt:lpstr>
      <vt:lpstr>Cambria</vt:lpstr>
      <vt:lpstr>Arial</vt:lpstr>
      <vt:lpstr>Wingdings</vt:lpstr>
      <vt:lpstr>Times New Roman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 Hemamalini</cp:lastModifiedBy>
  <cp:revision>10</cp:revision>
  <dcterms:created xsi:type="dcterms:W3CDTF">2006-08-16T00:00:00Z</dcterms:created>
  <dcterms:modified xsi:type="dcterms:W3CDTF">2026-02-27T09:19:32Z</dcterms:modified>
  <dc:identifier>DAHCaYqJ9OU</dc:identifier>
</cp:coreProperties>
</file>